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EC4899"/>
                </a:solidFill>
              </a:defRPr>
            </a:pPr>
            <a:r>
              <a:t>MERCY SMM PANEL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The Best &amp; Cheapest SMM Panel for Resellers</a:t>
            </a:r>
          </a:p>
          <a:p>
            <a:r>
              <a:t>Grow Your Social Media Accounts With Most Trusted Panel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82F6"/>
                </a:solidFill>
              </a:defRPr>
            </a:pPr>
            <a:r>
              <a:t>About Mercy SMM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most trusted provider in the market.</a:t>
            </a:r>
          </a:p>
          <a:p>
            <a:r>
              <a:t>• We provide the fastest social media marketing services.</a:t>
            </a:r>
          </a:p>
          <a:p>
            <a:r>
              <a:t>• High-quality real engagement for your social accounts.</a:t>
            </a:r>
          </a:p>
          <a:p>
            <a:r>
              <a:t>• Automated system processing thousands of orders per minute.</a:t>
            </a:r>
          </a:p>
          <a:p>
            <a:r>
              <a:t>• Secure, anonymous, and reseller-friendly.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5CF6"/>
                </a:solidFill>
              </a:defRPr>
            </a:pPr>
            <a:r>
              <a:t>Our Premium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cover all major platforms:</a:t>
            </a:r>
          </a:p>
          <a:p>
            <a:r>
              <a:t>• Facebook: Likes, Followers, Views, Comments</a:t>
            </a:r>
          </a:p>
          <a:p>
            <a:r>
              <a:t>• Instagram: Followers, Story Views, Reel Views</a:t>
            </a:r>
          </a:p>
          <a:p>
            <a:r>
              <a:t>• TikTok: Views, Followers, Likes, Shares</a:t>
            </a:r>
          </a:p>
          <a:p>
            <a:r>
              <a:t>• YouTube: Subscribers, Watch Time, Views</a:t>
            </a:r>
          </a:p>
          <a:p>
            <a:r>
              <a:t>• Twitter/X &amp; Telegram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10B981"/>
                </a:solidFill>
              </a:defRPr>
            </a:pPr>
            <a:r>
              <a:t>1,402,154+ </a:t>
            </a:r>
            <a:br/>
            <a:r>
              <a:t>Total Orders Completed</a:t>
            </a:r>
            <a:br/>
            <a:br/>
          </a:p>
          <a:p>
            <a:pPr>
              <a:defRPr sz="2800" b="1"/>
            </a:pPr>
            <a:r>
              <a:t>1,514 Active Services    |    50,000+ Happy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000">
                <a:solidFill>
                  <a:srgbClr val="EC4899"/>
                </a:solidFill>
              </a:defRPr>
            </a:pPr>
            <a:r>
              <a:t>Ready to Grow?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000"/>
            </a:pPr>
            <a:r>
              <a:t>Register for free today.</a:t>
            </a:r>
          </a:p>
          <a:p>
            <a:r>
              <a:t>www.mercysmmpanel.com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