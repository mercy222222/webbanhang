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800" b="1">
                <a:solidFill>
                  <a:srgbClr val="CBD5E1"/>
                </a:solidFill>
              </a:defRPr>
            </a:pPr>
            <a:r>
              <a:t>BÁO CÁO ĐỒ ÁN MÔN HỌC</a:t>
            </a:r>
          </a:p>
          <a:p>
            <a:pPr algn="ctr">
              <a:defRPr sz="5400" b="1">
                <a:solidFill>
                  <a:srgbClr val="EC4899"/>
                </a:solidFill>
              </a:defRPr>
            </a:pPr>
            <a:r>
              <a:t>WEBSITE BÁN BÁNH NGỌT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FFFFFF"/>
                </a:solidFill>
              </a:defRPr>
            </a:pPr>
            <a:r>
              <a:t>Môn: Phân Tích Thiết Kế Hệ Thống</a:t>
            </a:r>
            <a:br/>
            <a:r>
              <a:t>GVHD: Th.S Nguyễn Văn Danh</a:t>
            </a:r>
            <a:br/>
            <a:r>
              <a:t>Nhóm SV: Hoàng Minh Triều, Nguyễn Gia Sinh, Võ Hữu Trí, Phan Tấn Phát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1. TỔNG QUAN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Lý do chọn đề tài: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Thay đổi hành vi mua sắm sang trực tuyến.</a:t>
            </a:r>
            <a:br/>
            <a:r>
              <a:t>• Khắc phục giới hạn của mô hình truyền thống.</a:t>
            </a:r>
            <a:br/>
            <a:r>
              <a:t>• Tối ưu hóa chu trình: Đặt hàng - Bếp - Giao nhận khép kín.</a:t>
            </a:r>
          </a:p>
          <a:p>
            <a:br/>
            <a:pPr>
              <a:defRPr sz="2400" b="1">
                <a:solidFill>
                  <a:srgbClr val="3B82F6"/>
                </a:solidFill>
              </a:defRPr>
            </a:pPr>
            <a:r>
              <a:t>Mục tiêu hệ thống: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Khách hàng: Trải nghiệm đặt hàng, tùy chỉnh lời chúc, theo dõi đơn 24/7.</a:t>
            </a:r>
            <a:br/>
            <a:r>
              <a:t>• Quản lý: Giám sát kho, nguyên liệu, POS và báo cáo doanh thu tự động.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2. HỆ THỐNG 6 BIỂU MẪU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i="1">
                <a:solidFill>
                  <a:srgbClr val="CBD5E1"/>
                </a:solidFill>
              </a:defRPr>
            </a:pPr>
            <a:r>
              <a:t>Các biểu mẫu lõi được số hóa từ quy trình thực tế: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1. Bảng thanh toán tiền lương (Mẫu 02-L)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2. Phiếu thu (Mẫu 01-TT)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3. Phiếu nhập kho (Mẫu 01-VT)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4. Chứng từ thanh toán lương (Mẫu CT-TTL)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5. Phiếu chi (Mẫu 02-TT)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✔️ 6. Phiếu xuất kho (Mẫu 02-VT)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Biểu mẫu vào đây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3. SƠ ĐỒ CHỨC NĂNG (BFD)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3B82F6"/>
                </a:solidFill>
              </a:defRPr>
            </a:pPr>
            <a:r>
              <a:t>Business Function Diagram</a:t>
            </a:r>
          </a:p>
          <a:p>
            <a:br/>
            <a:pPr>
              <a:defRPr sz="2000">
                <a:solidFill>
                  <a:srgbClr val="FFFFFF"/>
                </a:solidFill>
              </a:defRPr>
            </a:pPr>
            <a:r>
              <a:t>Hệ thống được phân rã thành các phân hệ nghiệp vụ độc lập: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• Quản lý Bán hàng</a:t>
            </a:r>
            <a:br/>
            <a:r>
              <a:t>• Quản lý Kho &amp; Nguyên liệu</a:t>
            </a:r>
            <a:br/>
            <a:r>
              <a:t>• Quản lý Nhân sự</a:t>
            </a:r>
            <a:br/>
            <a:r>
              <a:t>• Quản trị Hệ thống (Admin)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Sơ đồ BFD vào đây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4. SƠ ĐỒ USE CASE (TỔNG QUÁT &amp; CẤP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Phân rã Cấp 1 (8 Khối chức năng lõi):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Sản phẩm (Bánh)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Đơn hàng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Tài khoản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Giỏ hàng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Tìm kiếm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Xem sản phẩm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Nhân viên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Quản lý Người dùng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Sơ đồ Use Case Cấp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5. SƠ ĐỒ USE CASE (PHÂN RÃ CẤP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Phân rã Cấp 2 (4 Quy trình chi tiết):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Đăng nhập (Xác thực, phân quyền)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Đặt hàng (Checkout, cập nhật giỏ)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Thêm bánh (Upload, cập nhật giá, tồn kho)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Trả hàng (Xử lý hoàn trả, cộng lại kho)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Sơ đồ Use Case Cấp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6. SƠ ĐỒ HOẠT ĐỘNG (ACTIVITY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Mô hình hóa luồng xử lý hệ thống: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🔄 Luồng Đăng nhập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🔄 Luồng Đặt hàng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🔄 Luồng Trả hàng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🔄 Luồng Thêm bánh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Sơ đồ Activity vào đây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EC4899"/>
                </a:solidFill>
              </a:defRPr>
            </a:pPr>
            <a:r>
              <a:t>7. SƠ ĐỒ TUẦN TỰ (SEQUENCE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Mô hình hóa tương tác giữa các đối tượng (Actors &amp; System):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⇄ Sequence Đăng nhập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⇄ Sequence Đặt hàng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⇄ Sequence Trả hàng</a:t>
            </a:r>
          </a:p>
          <a:p>
            <a:pPr>
              <a:spcAft>
                <a:spcPts val="500"/>
              </a:spcAft>
              <a:defRPr sz="2200">
                <a:solidFill>
                  <a:srgbClr val="FFFFFF"/>
                </a:solidFill>
              </a:defRPr>
            </a:pPr>
            <a:r>
              <a:t>⇄ Sequence Thêm bánh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36576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>
                <a:solidFill>
                  <a:srgbClr val="C8C8C8"/>
                </a:solidFill>
              </a:defRPr>
            </a:pPr>
            <a:r>
              <a:t>Canva: Kéo thả ảnh Sơ đồ Sequence vào đây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000" b="1">
                <a:solidFill>
                  <a:srgbClr val="EC4899"/>
                </a:solidFill>
              </a:defRPr>
            </a:pPr>
            <a:r>
              <a:t>XIN CẢM ƠN!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Thầy và các bạn đã chú ý lắng nghe.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